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nva Sans" charset="1" panose="020B0503030501040103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35073" y="-245427"/>
            <a:ext cx="10777853" cy="10777853"/>
          </a:xfrm>
          <a:custGeom>
            <a:avLst/>
            <a:gdLst/>
            <a:ahLst/>
            <a:cxnLst/>
            <a:rect r="r" b="b" t="t" l="l"/>
            <a:pathLst>
              <a:path h="10777853" w="10777853">
                <a:moveTo>
                  <a:pt x="0" y="0"/>
                </a:moveTo>
                <a:lnTo>
                  <a:pt x="10777854" y="0"/>
                </a:lnTo>
                <a:lnTo>
                  <a:pt x="10777854" y="10777854"/>
                </a:lnTo>
                <a:lnTo>
                  <a:pt x="0" y="10777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2992097"/>
            <a:ext cx="383507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Hackathon id : 085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05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97582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98395" y="-213545"/>
            <a:ext cx="10714090" cy="10714090"/>
          </a:xfrm>
          <a:custGeom>
            <a:avLst/>
            <a:gdLst/>
            <a:ahLst/>
            <a:cxnLst/>
            <a:rect r="r" b="b" t="t" l="l"/>
            <a:pathLst>
              <a:path h="10714090" w="10714090">
                <a:moveTo>
                  <a:pt x="0" y="0"/>
                </a:moveTo>
                <a:lnTo>
                  <a:pt x="10714091" y="0"/>
                </a:lnTo>
                <a:lnTo>
                  <a:pt x="10714091" y="10714090"/>
                </a:lnTo>
                <a:lnTo>
                  <a:pt x="0" y="10714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9243" y="-132070"/>
            <a:ext cx="10650328" cy="10650328"/>
          </a:xfrm>
          <a:custGeom>
            <a:avLst/>
            <a:gdLst/>
            <a:ahLst/>
            <a:cxnLst/>
            <a:rect r="r" b="b" t="t" l="l"/>
            <a:pathLst>
              <a:path h="10650328" w="10650328">
                <a:moveTo>
                  <a:pt x="0" y="0"/>
                </a:moveTo>
                <a:lnTo>
                  <a:pt x="10650327" y="0"/>
                </a:lnTo>
                <a:lnTo>
                  <a:pt x="10650327" y="10650327"/>
                </a:lnTo>
                <a:lnTo>
                  <a:pt x="0" y="10650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29987" y="-185206"/>
            <a:ext cx="10657412" cy="10657412"/>
          </a:xfrm>
          <a:custGeom>
            <a:avLst/>
            <a:gdLst/>
            <a:ahLst/>
            <a:cxnLst/>
            <a:rect r="r" b="b" t="t" l="l"/>
            <a:pathLst>
              <a:path h="10657412" w="10657412">
                <a:moveTo>
                  <a:pt x="0" y="0"/>
                </a:moveTo>
                <a:lnTo>
                  <a:pt x="10657413" y="0"/>
                </a:lnTo>
                <a:lnTo>
                  <a:pt x="10657413" y="10657412"/>
                </a:lnTo>
                <a:lnTo>
                  <a:pt x="0" y="10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DAG3a9rPEe0</dc:identifier>
  <dcterms:modified xsi:type="dcterms:W3CDTF">2011-08-01T06:04:30Z</dcterms:modified>
  <cp:revision>1</cp:revision>
  <dc:title>Your paragraph text</dc:title>
</cp:coreProperties>
</file>